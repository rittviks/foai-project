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MINI PROJECT  ·  CS23533 – FOUNDATIONS OF ARTIFICIAL INTELLIGENCE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Smart Blood Donor–Recipient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&amp; Emergency Dispatch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reasoning, priority scheduling and A* search for faster, smarter emergency blood matching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6E000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50474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Rittvik 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No: 240701616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332720" y="274320"/>
            <a:ext cx="1463040" cy="1463040"/>
          </a:xfrm>
          <a:prstGeom prst="ellipse">
            <a:avLst/>
          </a:prstGeom>
          <a:solidFill>
            <a:srgbClr val="F3DEDF"/>
          </a:solidFill>
          <a:ln/>
        </p:spPr>
      </p:sp>
      <p:sp>
        <p:nvSpPr>
          <p:cNvPr id="4" name="Text 2"/>
          <p:cNvSpPr/>
          <p:nvPr/>
        </p:nvSpPr>
        <p:spPr>
          <a:xfrm>
            <a:off x="10332720" y="27432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001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101498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access to a compatible blood donor is often the deciding factor in a medical emergency, yet most hospitals and blood banks still rely on manual phone-based donor search, which is slow and error-prone. This project proposes an AI-based Smart Blood Donor–Recipient Matching and Emergency Dispatch System built on classical AI techniques rather than manual coordination.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rule-based expert system encodes ABO/Rh compatibility and eligibility rules (age, last donation gap, health status) to shortlist valid donors from a registered pool. Incoming requests are ranked by an urgency-priority module (Critical / Urgent / Routine), and an A* search algorithm computes the shortest route between the nearest eligible donor or blood bank and the requesting hospital on a city road-network graph.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knowledge-based reasoning, priority scheduling and heuristic search, the system aims to cut emergency response time and give hospitals, blood banks and disaster-relief teams a faster, auditable way to locate and dispatch compatible donors.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algorithms and existing systems that shape this project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5720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3566160"/>
                <a:gridCol w="356616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/ Technique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This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 Search Algorithm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(Hart, Nilsson &amp; Raphael)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Heuristic-guided optimal shortest-path search on a 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of the Route Optimization module — donor/blood-bank to hospital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Dijkstra's Shortest-Path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Uninformed shortest-path computation, foundation of modern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used to benchmark A* routing 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MYCIN Expert 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(Shortliffe et al.)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(if-then) reasoning for clinical decision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for the blood-compatibility rule engine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eRaktKosh — National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 Bank portal (India)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Centralised donor and blood-stock registry across 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the gap this project fills: no AI-based matching or routing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CSP-based resource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research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 satisfaction for scheduling &amp; matching problems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eligibility filtering and priority-based donor 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3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an emergency request to donor dispatch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" y="1755648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6733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/ User 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group, units needed, location &amp; urgency entered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72584" y="2318004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450592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87552" y="2606040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25237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816352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registry + ABO/Rh compatibility rule 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72584" y="3168396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300984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" y="3456432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456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37413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Rule Engine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366674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Forward-chaining expert system filters eligible donors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72584" y="4018788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4151376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87552" y="4306824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422452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Ranking Module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517136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request as Critical / Urgent / Routine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72584" y="4869180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5001768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87552" y="5157216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5157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54480" y="5074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Route Optimizer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554480" y="5367528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from donor/blood bank to hospital on city graph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72584" y="5719572"/>
            <a:ext cx="164592" cy="128016"/>
          </a:xfrm>
          <a:prstGeom prst="downArrow">
            <a:avLst/>
          </a:prstGeom>
          <a:solidFill>
            <a:srgbClr val="F2C9CC"/>
          </a:solidFill>
          <a:ln/>
        </p:spPr>
      </p:sp>
      <p:sp>
        <p:nvSpPr>
          <p:cNvPr id="35" name="Shape 33"/>
          <p:cNvSpPr/>
          <p:nvPr/>
        </p:nvSpPr>
        <p:spPr>
          <a:xfrm>
            <a:off x="822960" y="5852160"/>
            <a:ext cx="78638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987552" y="6007608"/>
            <a:ext cx="402336" cy="402336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7" name="Text 35"/>
          <p:cNvSpPr/>
          <p:nvPr/>
        </p:nvSpPr>
        <p:spPr>
          <a:xfrm>
            <a:off x="987552" y="6007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554480" y="592531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&amp; Notification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54480" y="6217920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donor &amp; hospital with ranked matches and ETA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0684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Techniques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06840" y="256032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2" name="Text 40"/>
          <p:cNvSpPr/>
          <p:nvPr/>
        </p:nvSpPr>
        <p:spPr>
          <a:xfrm>
            <a:off x="923544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reasoning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006840" y="306324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4" name="Text 42"/>
          <p:cNvSpPr/>
          <p:nvPr/>
        </p:nvSpPr>
        <p:spPr>
          <a:xfrm>
            <a:off x="9235440" y="3017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scheduling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006840" y="356616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6" name="Text 44"/>
          <p:cNvSpPr/>
          <p:nvPr/>
        </p:nvSpPr>
        <p:spPr>
          <a:xfrm>
            <a:off x="923544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heuristic search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006840" y="4069080"/>
            <a:ext cx="109728" cy="109728"/>
          </a:xfrm>
          <a:prstGeom prst="ellipse">
            <a:avLst/>
          </a:prstGeom>
          <a:solidFill>
            <a:srgbClr val="F2C9CC"/>
          </a:solidFill>
          <a:ln/>
        </p:spPr>
      </p:sp>
      <p:sp>
        <p:nvSpPr>
          <p:cNvPr id="48" name="Text 46"/>
          <p:cNvSpPr/>
          <p:nvPr/>
        </p:nvSpPr>
        <p:spPr>
          <a:xfrm>
            <a:off x="923544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donor ranking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modules working together, each built on a distinct AI concept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&amp; Recipient Database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40487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donor profiles (blood group, location, last donation date) and incoming recipient requests.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02352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Compatibility Rule Engine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40487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Forward-chaining rule-based expert system applies ABO/Rh compatibility &amp; eligibility rules.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11312" y="187452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87384" y="18562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Priority Module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11312" y="240487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request Critical / Urgent / Routine and queues it by priority.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3520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35021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Optimization (A*)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41248" y="40507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shortest, most efficient path from donor or blood bank to the requesting hospital.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3520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2352" y="35021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Ranking &amp; Selection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26280" y="40507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 on distance, availability and donation recency to rank eligible donors.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11312" y="352044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787384" y="35021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&amp; Dispatch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211312" y="405079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Auto-alerts the selected donor and hospital staff with route and estimated arrival time.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983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0011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166360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17320" y="5148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Dashboard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41248" y="5696712"/>
            <a:ext cx="3026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of requests and donors, plus analytics on response time and fulfilment rate.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in progress — this section will be replaced with live screenshots and results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D3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2971800" cy="1874520"/>
          </a:xfrm>
          <a:prstGeom prst="roundRect">
            <a:avLst>
              <a:gd name="adj" fmla="val 2927"/>
            </a:avLst>
          </a:prstGeom>
          <a:solidFill>
            <a:srgbClr val="F3E4E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Match Report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list of eligible donors per request, with blood group, distance and priority score.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D3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920240"/>
            <a:ext cx="2971800" cy="1874520"/>
          </a:xfrm>
          <a:prstGeom prst="roundRect">
            <a:avLst>
              <a:gd name="adj" fmla="val 2927"/>
            </a:avLst>
          </a:prstGeom>
          <a:solidFill>
            <a:srgbClr val="F3E4E5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92024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53712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Route 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generated shortest path from the chosen donor / blood bank to the hospital, with ETA.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D3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920240"/>
            <a:ext cx="2971800" cy="1874520"/>
          </a:xfrm>
          <a:prstGeom prst="roundRect">
            <a:avLst>
              <a:gd name="adj" fmla="val 2927"/>
            </a:avLst>
          </a:prstGeom>
          <a:solidFill>
            <a:srgbClr val="F3E4E5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920240"/>
            <a:ext cx="2971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spc="1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ADDED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38744" y="3931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00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Confirmation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38744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log showing the alert sent to the donor and hospital, with response status.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Final PPT submission will include actual system screenshots, sample donor-match output and route-map results once implementation is complete.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6E000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8366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373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rule-based reasoning, priority scheduling and A* search to automate emergency blood-donor matching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4378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974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to cut manual search-and-call time, improving response during accidents, surgeries and disasters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803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576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hospitals and blood banks a single, auditable decision pipeline instead of ad-hoc phone coordination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C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188366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traffic-API integration for real-time route re-optimization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84378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Machine-learning-based demand forecasting for blood-stock planning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803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657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donor opt-in/opt-out and gamified donation rewards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Rittvik S  ·  240701616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CS23533 – Foundations of Artificial Intelligence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2026-09-21T15:37:48Z</dcterms:created>
  <dcterms:modified xsi:type="dcterms:W3CDTF">2026-09-21T15:37:48Z</dcterms:modified>
</cp:coreProperties>
</file>