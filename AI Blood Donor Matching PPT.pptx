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6E000C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6E000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2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MINI PROJECT  ·  CS23533 – FOUNDATIONS OF ARTIFICIAL INTELLIGENCE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Smart Blood Donor–Recipient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&amp; Emergency Dispatch System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reasoning, priority scheduling and A* search for faster, smarter emergency blood matching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6E000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5047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2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5303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Rittvik 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5806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No: 240701616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CS23533 – Foundations of Artificial Intelligence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332720" y="274320"/>
            <a:ext cx="1463040" cy="1463040"/>
          </a:xfrm>
          <a:prstGeom prst="ellipse">
            <a:avLst/>
          </a:prstGeom>
          <a:solidFill>
            <a:srgbClr val="F3DEDF"/>
          </a:solidFill>
          <a:ln/>
        </p:spPr>
      </p:sp>
      <p:sp>
        <p:nvSpPr>
          <p:cNvPr id="4" name="Text 2"/>
          <p:cNvSpPr/>
          <p:nvPr/>
        </p:nvSpPr>
        <p:spPr>
          <a:xfrm>
            <a:off x="10332720" y="2743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8813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691640"/>
            <a:ext cx="1014984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access to a compatible blood donor is often the deciding factor in a medical emergency, yet most hospitals and blood banks still rely on manual phone-based donor search, which is slow and error-prone. This project proposes an AI-based Smart Blood Donor–Recipient Matching and Emergency Dispatch System built on classical AI techniques rather than manual coordination.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rule-based expert system encodes ABO/Rh compatibility and eligibility rules (age, last donation gap, health status) to shortlist valid donors from a registered pool. Incoming requests are ranked by an urgency-priority module (Critical / Urgent / Routine), and an A* search algorithm computes the shortest route between the nearest eligible donor or blood bank and the requesting hospital on a city road-network graph.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knowledge-based reasoning, priority scheduling and heuristic search, the system aims to cut emergency response time and give hospitals, blood banks and disaster-relief teams a faster, auditable way to locate and dispatch compatible donors.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CS23533 – Foundations of Artificial Intelligence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algorithms and existing systems that shape this project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45720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3566160"/>
                <a:gridCol w="3566160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/ Technique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This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 Search Algorithm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(Hart, Nilsson &amp; Raphael)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Heuristic-guided optimal shortest-path search on a graph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of the Route Optimization module — donor/blood-bank to hospital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Dijkstra's Shortest-Path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Uninformed shortest-path computation, foundation of modern routing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used to benchmark A* routing efficiency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MYCIN Expert 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(Shortliffe et al.)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(if-then) reasoning for clinical decision support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for the blood-compatibility rule engine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eRaktKosh — National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Bank portal (India)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Centralised donor and blood-stock registry across India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the gap this project fills: no AI-based matching or routing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CSP-based resource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 research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 satisfaction for scheduling &amp; matching problems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Informs eligibility filtering and priority-based donor selection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CS23533 – Foundations of Artificial Intelligence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657600" cy="3657600"/>
          </a:xfrm>
          <a:prstGeom prst="ellipse">
            <a:avLst/>
          </a:prstGeom>
          <a:solidFill>
            <a:srgbClr val="6E000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2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from an emergency request to donor dispatch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78638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87552" y="1755648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6733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/ User Request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965960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group, units needed, location &amp; urgency entered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72584" y="2318004"/>
            <a:ext cx="164592" cy="128016"/>
          </a:xfrm>
          <a:prstGeom prst="downArrow">
            <a:avLst/>
          </a:prstGeom>
          <a:solidFill>
            <a:srgbClr val="F2C9C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450592"/>
            <a:ext cx="78638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" y="2606040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25237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28163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registry + ABO/Rh compatibility rule 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72584" y="3168396"/>
            <a:ext cx="164592" cy="128016"/>
          </a:xfrm>
          <a:prstGeom prst="downArrow">
            <a:avLst/>
          </a:prstGeom>
          <a:solidFill>
            <a:srgbClr val="F2C9CC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3300984"/>
            <a:ext cx="78638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87552" y="3456432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337413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Compatibility Rule Engine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3666744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Forward-chaining expert system filters eligible donors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72584" y="4018788"/>
            <a:ext cx="164592" cy="128016"/>
          </a:xfrm>
          <a:prstGeom prst="downArrow">
            <a:avLst/>
          </a:prstGeom>
          <a:solidFill>
            <a:srgbClr val="F2C9CC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4151376"/>
            <a:ext cx="78638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87552" y="4306824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4306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54480" y="42245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Ranking Module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4517136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request as Critical / Urgent / Routine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72584" y="4869180"/>
            <a:ext cx="164592" cy="128016"/>
          </a:xfrm>
          <a:prstGeom prst="downArrow">
            <a:avLst/>
          </a:prstGeom>
          <a:solidFill>
            <a:srgbClr val="F2C9CC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5001768"/>
            <a:ext cx="78638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987552" y="5157216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" y="5157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554480" y="50749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Route Optimizer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554480" y="536752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from donor/blood bank to hospital on city graph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72584" y="5719572"/>
            <a:ext cx="164592" cy="128016"/>
          </a:xfrm>
          <a:prstGeom prst="downArrow">
            <a:avLst/>
          </a:prstGeom>
          <a:solidFill>
            <a:srgbClr val="F2C9CC"/>
          </a:solidFill>
          <a:ln/>
        </p:spPr>
      </p:sp>
      <p:sp>
        <p:nvSpPr>
          <p:cNvPr id="35" name="Shape 33"/>
          <p:cNvSpPr/>
          <p:nvPr/>
        </p:nvSpPr>
        <p:spPr>
          <a:xfrm>
            <a:off x="822960" y="5852160"/>
            <a:ext cx="78638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987552" y="6007608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7" name="Text 35"/>
          <p:cNvSpPr/>
          <p:nvPr/>
        </p:nvSpPr>
        <p:spPr>
          <a:xfrm>
            <a:off x="987552" y="6007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554480" y="59253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 &amp; Notification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554480" y="6217920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donor &amp; hospital with ranked matches and ETA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00684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Techniques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006840" y="2560320"/>
            <a:ext cx="109728" cy="109728"/>
          </a:xfrm>
          <a:prstGeom prst="ellipse">
            <a:avLst/>
          </a:prstGeom>
          <a:solidFill>
            <a:srgbClr val="F2C9CC"/>
          </a:solidFill>
          <a:ln/>
        </p:spPr>
      </p:sp>
      <p:sp>
        <p:nvSpPr>
          <p:cNvPr id="42" name="Text 40"/>
          <p:cNvSpPr/>
          <p:nvPr/>
        </p:nvSpPr>
        <p:spPr>
          <a:xfrm>
            <a:off x="923544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reasoning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006840" y="3063240"/>
            <a:ext cx="109728" cy="109728"/>
          </a:xfrm>
          <a:prstGeom prst="ellipse">
            <a:avLst/>
          </a:prstGeom>
          <a:solidFill>
            <a:srgbClr val="F2C9CC"/>
          </a:solidFill>
          <a:ln/>
        </p:spPr>
      </p:sp>
      <p:sp>
        <p:nvSpPr>
          <p:cNvPr id="44" name="Text 42"/>
          <p:cNvSpPr/>
          <p:nvPr/>
        </p:nvSpPr>
        <p:spPr>
          <a:xfrm>
            <a:off x="923544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scheduling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006840" y="3566160"/>
            <a:ext cx="109728" cy="109728"/>
          </a:xfrm>
          <a:prstGeom prst="ellipse">
            <a:avLst/>
          </a:prstGeom>
          <a:solidFill>
            <a:srgbClr val="F2C9CC"/>
          </a:solidFill>
          <a:ln/>
        </p:spPr>
      </p:sp>
      <p:sp>
        <p:nvSpPr>
          <p:cNvPr id="46" name="Text 44"/>
          <p:cNvSpPr/>
          <p:nvPr/>
        </p:nvSpPr>
        <p:spPr>
          <a:xfrm>
            <a:off x="923544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heuristic search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006840" y="4069080"/>
            <a:ext cx="109728" cy="109728"/>
          </a:xfrm>
          <a:prstGeom prst="ellipse">
            <a:avLst/>
          </a:prstGeom>
          <a:solidFill>
            <a:srgbClr val="F2C9CC"/>
          </a:solidFill>
          <a:ln/>
        </p:spPr>
      </p:sp>
      <p:sp>
        <p:nvSpPr>
          <p:cNvPr id="48" name="Text 46"/>
          <p:cNvSpPr/>
          <p:nvPr/>
        </p:nvSpPr>
        <p:spPr>
          <a:xfrm>
            <a:off x="923544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donor ranking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CS23533 – Foundations of Artificial Intelligence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modules working together, each built on a distinct AI concept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7452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562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 &amp; Recipient Database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404872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donor profiles (blood group, location, last donation date) and incoming recipient requests.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87452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02352" y="18562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Compatibility Rule Engine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2404872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Forward-chaining rule-based expert system applies ABO/Rh compatibility &amp; eligibility rules.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0144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11312" y="187452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87384" y="18562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Urgency Priority Module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11312" y="2404872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request Critical / Urgent / Routine and queues it by priority.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3375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35204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350215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Optimization (A*)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41248" y="4050792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shortest, most efficient path from donor or blood bank to the requesting hospital.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25112" y="33375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5204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02352" y="350215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 Ranking &amp; Selection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6280" y="4050792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 on distance, availability and donation recency to rank eligible donors.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10144" y="33375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11312" y="35204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1" name="Text 29"/>
          <p:cNvSpPr/>
          <p:nvPr/>
        </p:nvSpPr>
        <p:spPr>
          <a:xfrm>
            <a:off x="821131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787384" y="350215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 &amp; Dispatch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11312" y="4050792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Auto-alerts the selected donor and hospital staff with route and estimated arrival time.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49834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41248" y="516636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417320" y="51480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41248" y="5696712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of requests and donors, plus analytics on response time and fulfilment rate.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CS23533 – Foundations of Artificial Intelligence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Output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screenshot of the working Vitalink web app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10819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runs the full pipeline live: add a request, the rule engine filters donors, A* finds the fastest route, and the result is dispatched — all in the browser.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CS23533 – Foundations of Artificial Intelligence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22" name="Picture 21" descr="1792566666502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006" y="1508760"/>
            <a:ext cx="4867507" cy="4434840"/>
          </a:xfrm>
          <a:prstGeom prst="rect">
            <a:avLst/>
          </a:prstGeom>
          <a:ln w="12700">
            <a:solidFill>
              <a:srgbClr val="E8D3D4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6E000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188366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rule-based reasoning, priority scheduling and A* search to automate emergency blood-donor matching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4378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to cut manual search-and-call time, improving response during accidents, surgeries and disasters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80390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57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hospitals and blood banks a single, auditable decision pipeline instead of ad-hoc phone coordination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09360" y="188366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737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traffic-API integration for real-time route re-optimization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84378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697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Machine-learning-based demand forecasting for blood-stock planning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80390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657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with donor opt-in/opt-out and gamified donation rewards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623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Rittvik S  ·  240701616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CS23533 – Foundations of Artificial Intelligence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2026-09-21T15:37:48Z</dcterms:created>
  <dcterms:modified xsi:type="dcterms:W3CDTF">2026-09-21T15:37:48Z</dcterms:modified>
</cp:coreProperties>
</file>